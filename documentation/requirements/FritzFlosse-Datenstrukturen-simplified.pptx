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3"/>
  </p:notesMasterIdLst>
  <p:handoutMasterIdLst>
    <p:handoutMasterId r:id="rId4"/>
  </p:handoutMasterIdLst>
  <p:sldIdLst>
    <p:sldId id="358" r:id="rId2"/>
  </p:sldIdLst>
  <p:sldSz cx="9144000" cy="6858000" type="screen4x3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229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 snapToObjects="1" showGuides="1">
      <p:cViewPr>
        <p:scale>
          <a:sx n="112" d="100"/>
          <a:sy n="112" d="100"/>
        </p:scale>
        <p:origin x="2088" y="264"/>
      </p:cViewPr>
      <p:guideLst>
        <p:guide orient="horz" pos="2251"/>
        <p:guide pos="22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4328"/>
    </p:cViewPr>
  </p:sorterViewPr>
  <p:notesViewPr>
    <p:cSldViewPr snapToGrid="0" snapToObjects="1" showGuides="1">
      <p:cViewPr varScale="1">
        <p:scale>
          <a:sx n="72" d="100"/>
          <a:sy n="72" d="100"/>
        </p:scale>
        <p:origin x="-2586" y="-96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19">
            <a:extLst>
              <a:ext uri="{FF2B5EF4-FFF2-40B4-BE49-F238E27FC236}">
                <a16:creationId xmlns:a16="http://schemas.microsoft.com/office/drawing/2014/main" id="{448384D0-E233-FA4B-AF8C-823230BD75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0863" y="9661525"/>
            <a:ext cx="0" cy="247650"/>
          </a:xfrm>
          <a:prstGeom prst="line">
            <a:avLst/>
          </a:prstGeom>
          <a:noFill/>
          <a:ln w="9525">
            <a:solidFill>
              <a:srgbClr val="9FABD3">
                <a:alpha val="5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099" name="Text Box 20">
            <a:extLst>
              <a:ext uri="{FF2B5EF4-FFF2-40B4-BE49-F238E27FC236}">
                <a16:creationId xmlns:a16="http://schemas.microsoft.com/office/drawing/2014/main" id="{0B149983-C5B5-8340-8B2D-387B31299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8" y="9644063"/>
            <a:ext cx="1604962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de-DE" altLang="de-DE" sz="1000">
              <a:latin typeface="Arial" panose="020B0604020202020204" pitchFamily="34" charset="0"/>
            </a:endParaRP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0399C198-204F-EE40-B298-2B65F9BB1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9623425"/>
            <a:ext cx="3532187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altLang="de-DE" sz="1000">
                <a:latin typeface="Arial" panose="020B0604020202020204" pitchFamily="34" charset="0"/>
              </a:rPr>
              <a:t>© Dr. Peter Hruschka &amp; Dr. Gernot Starke, 2005</a:t>
            </a:r>
          </a:p>
        </p:txBody>
      </p:sp>
      <p:sp>
        <p:nvSpPr>
          <p:cNvPr id="4101" name="Text Box 27">
            <a:extLst>
              <a:ext uri="{FF2B5EF4-FFF2-40B4-BE49-F238E27FC236}">
                <a16:creationId xmlns:a16="http://schemas.microsoft.com/office/drawing/2014/main" id="{F2DEB6EC-3824-C946-ADF9-E8282CD0F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200025"/>
            <a:ext cx="353218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de-DE" altLang="de-DE" sz="1000">
                <a:latin typeface="Arial" panose="020B0604020202020204" pitchFamily="34" charset="0"/>
              </a:rPr>
              <a:t>Mastering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5" name="Text Box 57">
            <a:extLst>
              <a:ext uri="{FF2B5EF4-FFF2-40B4-BE49-F238E27FC236}">
                <a16:creationId xmlns:a16="http://schemas.microsoft.com/office/drawing/2014/main" id="{579144E2-B644-3E40-AFBE-F03530B485E2}"/>
              </a:ext>
            </a:extLst>
          </p:cNvPr>
          <p:cNvSpPr txBox="1">
            <a:spLocks noGrp="1" noChangeArrowheads="1"/>
          </p:cNvSpPr>
          <p:nvPr>
            <p:ph type="body" sz="quarter" idx="3"/>
          </p:nvPr>
        </p:nvSpPr>
        <p:spPr bwMode="auto">
          <a:xfrm>
            <a:off x="533400" y="6038850"/>
            <a:ext cx="5791200" cy="34734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noProof="0"/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F549AF30-4B36-604A-852E-60B7483E7FC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61975" y="1158875"/>
            <a:ext cx="5770563" cy="4327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90" name="Text Box 22">
            <a:extLst>
              <a:ext uri="{FF2B5EF4-FFF2-40B4-BE49-F238E27FC236}">
                <a16:creationId xmlns:a16="http://schemas.microsoft.com/office/drawing/2014/main" id="{5755D2B0-D719-3941-A3F4-5BCA2659F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25" y="9578975"/>
            <a:ext cx="187166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altLang="de-DE" sz="1000">
                <a:latin typeface="Arial" panose="020B0604020202020204" pitchFamily="34" charset="0"/>
              </a:rPr>
              <a:t>Einführung in die Analyse</a:t>
            </a:r>
          </a:p>
        </p:txBody>
      </p:sp>
      <p:sp>
        <p:nvSpPr>
          <p:cNvPr id="7192" name="Text Box 24">
            <a:extLst>
              <a:ext uri="{FF2B5EF4-FFF2-40B4-BE49-F238E27FC236}">
                <a16:creationId xmlns:a16="http://schemas.microsoft.com/office/drawing/2014/main" id="{E4656E74-1E2B-A14C-A11A-FDFCE3D85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9578975"/>
            <a:ext cx="981075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altLang="de-DE" sz="1000">
                <a:latin typeface="Arial" panose="020B0604020202020204" pitchFamily="34" charset="0"/>
              </a:rPr>
              <a:t>Seite </a:t>
            </a:r>
            <a:fld id="{48F87310-9075-2345-8B5D-7F72737145A9}" type="slidenum">
              <a:rPr lang="de-DE" altLang="de-DE" sz="1000" smtClean="0">
                <a:latin typeface="Arial" panose="020B060402020202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‹Nr.›</a:t>
            </a:fld>
            <a:endParaRPr lang="de-DE" altLang="de-DE" sz="1000">
              <a:latin typeface="Arial" panose="020B0604020202020204" pitchFamily="34" charset="0"/>
            </a:endParaRPr>
          </a:p>
        </p:txBody>
      </p:sp>
      <p:sp>
        <p:nvSpPr>
          <p:cNvPr id="3078" name="Line 27">
            <a:extLst>
              <a:ext uri="{FF2B5EF4-FFF2-40B4-BE49-F238E27FC236}">
                <a16:creationId xmlns:a16="http://schemas.microsoft.com/office/drawing/2014/main" id="{C38E580C-0867-9249-B74A-A7A3B6059A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6278563"/>
            <a:ext cx="5791200" cy="1587"/>
          </a:xfrm>
          <a:prstGeom prst="line">
            <a:avLst/>
          </a:prstGeom>
          <a:noFill/>
          <a:ln w="9525">
            <a:solidFill>
              <a:srgbClr val="9FABD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79" name="Line 32">
            <a:extLst>
              <a:ext uri="{FF2B5EF4-FFF2-40B4-BE49-F238E27FC236}">
                <a16:creationId xmlns:a16="http://schemas.microsoft.com/office/drawing/2014/main" id="{A64EC77A-CAB9-9445-B9A7-788DFADA6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6518275"/>
            <a:ext cx="5791200" cy="1588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0" name="Line 33">
            <a:extLst>
              <a:ext uri="{FF2B5EF4-FFF2-40B4-BE49-F238E27FC236}">
                <a16:creationId xmlns:a16="http://schemas.microsoft.com/office/drawing/2014/main" id="{6C467219-3105-BE4F-A16D-D9A8A8BF6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6765925"/>
            <a:ext cx="5791200" cy="1588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1" name="Line 34">
            <a:extLst>
              <a:ext uri="{FF2B5EF4-FFF2-40B4-BE49-F238E27FC236}">
                <a16:creationId xmlns:a16="http://schemas.microsoft.com/office/drawing/2014/main" id="{2EFA826F-276D-C248-9AA6-DD34B6830F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7013575"/>
            <a:ext cx="5791200" cy="1588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2" name="Line 35">
            <a:extLst>
              <a:ext uri="{FF2B5EF4-FFF2-40B4-BE49-F238E27FC236}">
                <a16:creationId xmlns:a16="http://schemas.microsoft.com/office/drawing/2014/main" id="{0DB40F88-5AEF-1840-9537-8859F6062F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7262813"/>
            <a:ext cx="5791200" cy="1587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3" name="Line 36">
            <a:extLst>
              <a:ext uri="{FF2B5EF4-FFF2-40B4-BE49-F238E27FC236}">
                <a16:creationId xmlns:a16="http://schemas.microsoft.com/office/drawing/2014/main" id="{6E13ABCF-DCD4-274C-9141-1CB242FB9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7510463"/>
            <a:ext cx="5791200" cy="1587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4" name="Line 37">
            <a:extLst>
              <a:ext uri="{FF2B5EF4-FFF2-40B4-BE49-F238E27FC236}">
                <a16:creationId xmlns:a16="http://schemas.microsoft.com/office/drawing/2014/main" id="{88248BAB-1E6A-8C4A-8194-0BEB2A1F1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7758113"/>
            <a:ext cx="5791200" cy="1587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5" name="Line 38">
            <a:extLst>
              <a:ext uri="{FF2B5EF4-FFF2-40B4-BE49-F238E27FC236}">
                <a16:creationId xmlns:a16="http://schemas.microsoft.com/office/drawing/2014/main" id="{D71090A8-9CF9-CC48-89F0-262B405400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8007350"/>
            <a:ext cx="5791200" cy="1588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6" name="Line 39">
            <a:extLst>
              <a:ext uri="{FF2B5EF4-FFF2-40B4-BE49-F238E27FC236}">
                <a16:creationId xmlns:a16="http://schemas.microsoft.com/office/drawing/2014/main" id="{24FBF24D-9E27-304B-BE4D-2F5C59C8F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8255000"/>
            <a:ext cx="5791200" cy="1588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7" name="Line 40">
            <a:extLst>
              <a:ext uri="{FF2B5EF4-FFF2-40B4-BE49-F238E27FC236}">
                <a16:creationId xmlns:a16="http://schemas.microsoft.com/office/drawing/2014/main" id="{6C5270E1-1432-0D4E-96BA-C68922DA7A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8502650"/>
            <a:ext cx="5791200" cy="1588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8" name="Line 41">
            <a:extLst>
              <a:ext uri="{FF2B5EF4-FFF2-40B4-BE49-F238E27FC236}">
                <a16:creationId xmlns:a16="http://schemas.microsoft.com/office/drawing/2014/main" id="{AE2C765C-95EB-C640-9D0B-3EC8BAF10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8751888"/>
            <a:ext cx="5791200" cy="1587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9" name="Line 42">
            <a:extLst>
              <a:ext uri="{FF2B5EF4-FFF2-40B4-BE49-F238E27FC236}">
                <a16:creationId xmlns:a16="http://schemas.microsoft.com/office/drawing/2014/main" id="{1F757BF1-1BE1-C04F-8455-C6AF12D57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8999538"/>
            <a:ext cx="5791200" cy="1587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90" name="Line 43">
            <a:extLst>
              <a:ext uri="{FF2B5EF4-FFF2-40B4-BE49-F238E27FC236}">
                <a16:creationId xmlns:a16="http://schemas.microsoft.com/office/drawing/2014/main" id="{12DC7D5B-3934-CE41-814A-56992F4FC8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9247188"/>
            <a:ext cx="5791200" cy="1587"/>
          </a:xfrm>
          <a:prstGeom prst="line">
            <a:avLst/>
          </a:prstGeom>
          <a:noFill/>
          <a:ln w="9525">
            <a:solidFill>
              <a:srgbClr val="B7D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91" name="Line 51">
            <a:extLst>
              <a:ext uri="{FF2B5EF4-FFF2-40B4-BE49-F238E27FC236}">
                <a16:creationId xmlns:a16="http://schemas.microsoft.com/office/drawing/2014/main" id="{B986C6BF-93A5-6542-90F8-7AA89B1CD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9826625"/>
            <a:ext cx="4533900" cy="0"/>
          </a:xfrm>
          <a:prstGeom prst="line">
            <a:avLst/>
          </a:prstGeom>
          <a:noFill/>
          <a:ln w="9525">
            <a:solidFill>
              <a:srgbClr val="9FABD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92" name="Rectangle 52">
            <a:extLst>
              <a:ext uri="{FF2B5EF4-FFF2-40B4-BE49-F238E27FC236}">
                <a16:creationId xmlns:a16="http://schemas.microsoft.com/office/drawing/2014/main" id="{9E92B0FB-FA5F-C641-9DFB-C4E575C96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9578975"/>
            <a:ext cx="5791200" cy="247650"/>
          </a:xfrm>
          <a:prstGeom prst="rect">
            <a:avLst/>
          </a:prstGeom>
          <a:noFill/>
          <a:ln w="9525">
            <a:solidFill>
              <a:srgbClr val="B7DB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3093" name="Line 53">
            <a:extLst>
              <a:ext uri="{FF2B5EF4-FFF2-40B4-BE49-F238E27FC236}">
                <a16:creationId xmlns:a16="http://schemas.microsoft.com/office/drawing/2014/main" id="{3AF9837F-9FCC-234D-9970-B923FAA5E7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578975"/>
            <a:ext cx="0" cy="247650"/>
          </a:xfrm>
          <a:prstGeom prst="line">
            <a:avLst/>
          </a:prstGeom>
          <a:noFill/>
          <a:ln w="9525">
            <a:solidFill>
              <a:srgbClr val="D1E8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94" name="Line 54">
            <a:extLst>
              <a:ext uri="{FF2B5EF4-FFF2-40B4-BE49-F238E27FC236}">
                <a16:creationId xmlns:a16="http://schemas.microsoft.com/office/drawing/2014/main" id="{688A553C-2144-4E47-8145-E803FC7345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9578975"/>
            <a:ext cx="0" cy="247650"/>
          </a:xfrm>
          <a:prstGeom prst="line">
            <a:avLst/>
          </a:prstGeom>
          <a:noFill/>
          <a:ln w="9525">
            <a:solidFill>
              <a:srgbClr val="D1E8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graphicFrame>
        <p:nvGraphicFramePr>
          <p:cNvPr id="3095" name="Object 55">
            <a:extLst>
              <a:ext uri="{FF2B5EF4-FFF2-40B4-BE49-F238E27FC236}">
                <a16:creationId xmlns:a16="http://schemas.microsoft.com/office/drawing/2014/main" id="{281B32D5-E7FE-E347-98CF-146116622B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1488" y="82550"/>
          <a:ext cx="230663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2984500" imgH="768350" progId="Photoshop.Image.6">
                  <p:embed/>
                </p:oleObj>
              </mc:Choice>
              <mc:Fallback>
                <p:oleObj name="Image" r:id="rId2" imgW="2984500" imgH="768350" progId="Photoshop.Image.6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488" y="82550"/>
                        <a:ext cx="2306637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6" name="Text Box 58">
            <a:extLst>
              <a:ext uri="{FF2B5EF4-FFF2-40B4-BE49-F238E27FC236}">
                <a16:creationId xmlns:a16="http://schemas.microsoft.com/office/drawing/2014/main" id="{E8E2BF7F-D22D-DC4E-AF2B-9BC7173A2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038850"/>
            <a:ext cx="1208087" cy="7318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altLang="de-DE" sz="1200">
                <a:latin typeface="Arial" panose="020B0604020202020204" pitchFamily="34" charset="0"/>
              </a:rPr>
              <a:t>Für Ihre Notizen</a:t>
            </a:r>
          </a:p>
          <a:p>
            <a:pPr eaLnBrk="1" hangingPunct="1">
              <a:spcBef>
                <a:spcPct val="50000"/>
              </a:spcBef>
              <a:defRPr/>
            </a:pPr>
            <a:endParaRPr lang="de-DE" altLang="de-DE" sz="200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>
            <a:extLst>
              <a:ext uri="{FF2B5EF4-FFF2-40B4-BE49-F238E27FC236}">
                <a16:creationId xmlns:a16="http://schemas.microsoft.com/office/drawing/2014/main" id="{0ED3C897-6CA9-C94D-ACB4-55EF22F8E78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181475"/>
          </a:xfrm>
        </p:spPr>
        <p:txBody>
          <a:bodyPr lIns="82550" tIns="41275" rIns="82550" bIns="41275"/>
          <a:lstStyle/>
          <a:p>
            <a:pPr defTabSz="815975" eaLnBrk="1" hangingPunct="1">
              <a:defRPr/>
            </a:pPr>
            <a:endParaRPr lang="de-DE">
              <a:cs typeface="+mn-cs"/>
            </a:endParaRP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716F716E-F329-6B4D-9ACF-FFC045CC1F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862013"/>
            <a:ext cx="4648200" cy="348615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C40959E-62C3-1445-B54A-53927E9755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43213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name_weiss">
            <a:extLst>
              <a:ext uri="{FF2B5EF4-FFF2-40B4-BE49-F238E27FC236}">
                <a16:creationId xmlns:a16="http://schemas.microsoft.com/office/drawing/2014/main" id="{AF6CC310-3502-6646-95C7-234724B6F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163" y="6400800"/>
            <a:ext cx="985837" cy="9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18A79E6-0350-8940-8C50-CA26BFEB2D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5507038"/>
            <a:ext cx="2700337" cy="135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61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635375" y="1125538"/>
            <a:ext cx="5254625" cy="1143000"/>
          </a:xfrm>
        </p:spPr>
        <p:txBody>
          <a:bodyPr/>
          <a:lstStyle>
            <a:lvl1pPr>
              <a:defRPr>
                <a:solidFill>
                  <a:srgbClr val="000099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</a:p>
        </p:txBody>
      </p:sp>
      <p:sp>
        <p:nvSpPr>
          <p:cNvPr id="19661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635375" y="2636838"/>
            <a:ext cx="5105400" cy="936625"/>
          </a:xfrm>
        </p:spPr>
        <p:txBody>
          <a:bodyPr/>
          <a:lstStyle>
            <a:lvl1pPr marL="0" indent="0" algn="r">
              <a:buFont typeface="Wingdings" charset="0"/>
              <a:buNone/>
              <a:defRPr>
                <a:solidFill>
                  <a:srgbClr val="000099"/>
                </a:solidFill>
              </a:defRPr>
            </a:lvl1pPr>
          </a:lstStyle>
          <a:p>
            <a:pPr lvl="0"/>
            <a:r>
              <a:rPr lang="de-DE" noProof="0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133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1684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5345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4213" y="1412875"/>
            <a:ext cx="3775075" cy="4751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11688" y="1412875"/>
            <a:ext cx="3776662" cy="4751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5166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7289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89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377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1645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84878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48242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732588" y="115888"/>
            <a:ext cx="2016125" cy="6048375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4213" y="115888"/>
            <a:ext cx="5895975" cy="60483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279166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 descr="name_weiss">
            <a:extLst>
              <a:ext uri="{FF2B5EF4-FFF2-40B4-BE49-F238E27FC236}">
                <a16:creationId xmlns:a16="http://schemas.microsoft.com/office/drawing/2014/main" id="{EDF7874A-3512-8D4E-A4A1-8409D9715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163" y="6400800"/>
            <a:ext cx="985837" cy="9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4">
            <a:extLst>
              <a:ext uri="{FF2B5EF4-FFF2-40B4-BE49-F238E27FC236}">
                <a16:creationId xmlns:a16="http://schemas.microsoft.com/office/drawing/2014/main" id="{C82AFD04-133B-5642-8AFE-5C982F9F5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19250" y="115888"/>
            <a:ext cx="7129463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7430879B-3A3B-264F-81F0-88D3DBCCA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412875"/>
            <a:ext cx="7704137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3BDB1AC4-9538-4540-9DFC-5200A18260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2225" y="6629400"/>
            <a:ext cx="0" cy="228600"/>
          </a:xfrm>
          <a:prstGeom prst="line">
            <a:avLst/>
          </a:prstGeom>
          <a:noFill/>
          <a:ln w="9525">
            <a:solidFill>
              <a:srgbClr val="9FABD3">
                <a:alpha val="5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30" name="Text Box 7">
            <a:extLst>
              <a:ext uri="{FF2B5EF4-FFF2-40B4-BE49-F238E27FC236}">
                <a16:creationId xmlns:a16="http://schemas.microsoft.com/office/drawing/2014/main" id="{0AC2C583-E0B3-C840-8B9A-CD1E1A11F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551613"/>
            <a:ext cx="3101975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altLang="de-DE" sz="1000">
                <a:latin typeface="Arial" panose="020B0604020202020204" pitchFamily="34" charset="0"/>
              </a:rPr>
              <a:t>Fritz Flosse und die Schwimmliga</a:t>
            </a:r>
          </a:p>
        </p:txBody>
      </p:sp>
      <p:sp>
        <p:nvSpPr>
          <p:cNvPr id="195592" name="Text Box 8">
            <a:extLst>
              <a:ext uri="{FF2B5EF4-FFF2-40B4-BE49-F238E27FC236}">
                <a16:creationId xmlns:a16="http://schemas.microsoft.com/office/drawing/2014/main" id="{EE898692-7BD1-3942-B6BB-8C8F8F11F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6613525"/>
            <a:ext cx="9906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altLang="de-DE" sz="1000">
                <a:latin typeface="Arial" panose="020B0604020202020204" pitchFamily="34" charset="0"/>
              </a:rPr>
              <a:t>Seite </a:t>
            </a:r>
            <a:fld id="{293C11C2-8AC1-E64B-9B35-70CD83E534C3}" type="slidenum">
              <a:rPr lang="de-DE" altLang="de-DE" sz="1000" smtClean="0">
                <a:latin typeface="Arial" panose="020B060402020202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‹Nr.›</a:t>
            </a:fld>
            <a:endParaRPr lang="de-DE" altLang="de-DE" sz="1000">
              <a:latin typeface="Arial" panose="020B0604020202020204" pitchFamily="34" charset="0"/>
            </a:endParaRPr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985EBDCB-042B-C840-BDF6-81D7CFEAE2CE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0" y="6613525"/>
            <a:ext cx="7308850" cy="0"/>
          </a:xfrm>
          <a:prstGeom prst="line">
            <a:avLst/>
          </a:prstGeom>
          <a:noFill/>
          <a:ln w="9525">
            <a:solidFill>
              <a:srgbClr val="9FABD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1033" name="Picture 10">
            <a:extLst>
              <a:ext uri="{FF2B5EF4-FFF2-40B4-BE49-F238E27FC236}">
                <a16:creationId xmlns:a16="http://schemas.microsoft.com/office/drawing/2014/main" id="{DD813BAB-D5B0-E440-9ACA-CA8FB5E75C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44450"/>
            <a:ext cx="1258888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1">
            <a:extLst>
              <a:ext uri="{FF2B5EF4-FFF2-40B4-BE49-F238E27FC236}">
                <a16:creationId xmlns:a16="http://schemas.microsoft.com/office/drawing/2014/main" id="{ACB75A71-9E24-444B-9FBA-258CCB11DF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6165850"/>
            <a:ext cx="125888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287338" indent="-287338" algn="l" rtl="0" eaLnBrk="0" fontAlgn="base" hangingPunct="0">
        <a:spcBef>
          <a:spcPct val="20000"/>
        </a:spcBef>
        <a:spcAft>
          <a:spcPct val="0"/>
        </a:spcAft>
        <a:buClr>
          <a:srgbClr val="3366CC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665163" indent="-187325" algn="l" rtl="0" eaLnBrk="0" fontAlgn="base" hangingPunct="0">
        <a:spcBef>
          <a:spcPct val="20000"/>
        </a:spcBef>
        <a:spcAft>
          <a:spcPct val="0"/>
        </a:spcAft>
        <a:buClr>
          <a:srgbClr val="DE1E55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2pPr>
      <a:lvl3pPr marL="1146175" indent="-192088" algn="l" rtl="0" eaLnBrk="0" fontAlgn="base" hangingPunct="0">
        <a:spcBef>
          <a:spcPct val="20000"/>
        </a:spcBef>
        <a:spcAft>
          <a:spcPct val="0"/>
        </a:spcAft>
        <a:buClr>
          <a:srgbClr val="3366CC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3pPr>
      <a:lvl4pPr marL="1617663" indent="-244475" algn="l" rtl="0" eaLnBrk="0" fontAlgn="base" hangingPunct="0">
        <a:spcBef>
          <a:spcPct val="20000"/>
        </a:spcBef>
        <a:spcAft>
          <a:spcPct val="0"/>
        </a:spcAft>
        <a:buClr>
          <a:srgbClr val="3366CC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3366CC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3366CC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3366CC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3366CC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3366CC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1F6BF572-B863-714C-892E-709A0EA54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52400"/>
            <a:ext cx="6477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>
                <a:latin typeface="Times" pitchFamily="2" charset="0"/>
              </a:rPr>
              <a:t>Saison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Name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von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bis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A9A08C80-86B0-C541-AA79-5E6C9A147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435100"/>
            <a:ext cx="6477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>
                <a:latin typeface="Times" pitchFamily="2" charset="0"/>
              </a:rPr>
              <a:t>Wettkampf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Datum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Ort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maxTN</a:t>
            </a:r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691FAA9B-8847-FB43-98F7-47C7E8438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8900" y="1460500"/>
            <a:ext cx="6477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>
                <a:latin typeface="Times" pitchFamily="2" charset="0"/>
              </a:rPr>
              <a:t>Durchgang</a:t>
            </a:r>
          </a:p>
          <a:p>
            <a:pPr algn="ctr"/>
            <a:endParaRPr lang="de-DE" altLang="de-DE" sz="1200">
              <a:latin typeface="Times" pitchFamily="2" charset="0"/>
            </a:endParaRPr>
          </a:p>
          <a:p>
            <a:pPr algn="ctr"/>
            <a:r>
              <a:rPr lang="de-DE" altLang="de-DE" sz="1200">
                <a:latin typeface="Times" pitchFamily="2" charset="0"/>
              </a:rPr>
              <a:t>Startzeit</a:t>
            </a:r>
          </a:p>
          <a:p>
            <a:pPr algn="ctr"/>
            <a:endParaRPr lang="de-DE" altLang="de-DE" sz="1200">
              <a:latin typeface="Times" pitchFamily="2" charset="0"/>
            </a:endParaRP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D0ECA204-F73B-9749-A823-AADC20A10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0" y="241300"/>
            <a:ext cx="6477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>
                <a:latin typeface="Times" pitchFamily="2" charset="0"/>
              </a:rPr>
              <a:t>Station</a:t>
            </a:r>
          </a:p>
          <a:p>
            <a:pPr algn="ctr"/>
            <a:endParaRPr lang="de-DE" altLang="de-DE" sz="1200">
              <a:latin typeface="Times" pitchFamily="2" charset="0"/>
            </a:endParaRPr>
          </a:p>
          <a:p>
            <a:pPr algn="ctr"/>
            <a:r>
              <a:rPr lang="de-DE" altLang="de-DE" sz="1200">
                <a:latin typeface="Times" pitchFamily="2" charset="0"/>
              </a:rPr>
              <a:t>Name</a:t>
            </a:r>
          </a:p>
        </p:txBody>
      </p:sp>
      <p:sp>
        <p:nvSpPr>
          <p:cNvPr id="14341" name="Rectangle 6">
            <a:extLst>
              <a:ext uri="{FF2B5EF4-FFF2-40B4-BE49-F238E27FC236}">
                <a16:creationId xmlns:a16="http://schemas.microsoft.com/office/drawing/2014/main" id="{5D66437B-BE22-E744-B2FC-6EA322B7D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198438"/>
            <a:ext cx="939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>
                <a:latin typeface="Times" pitchFamily="2" charset="0"/>
              </a:rPr>
              <a:t>Schwimmbad</a:t>
            </a:r>
          </a:p>
          <a:p>
            <a:pPr algn="ctr"/>
            <a:endParaRPr lang="de-DE" altLang="de-DE" sz="1200">
              <a:latin typeface="Times" pitchFamily="2" charset="0"/>
            </a:endParaRPr>
          </a:p>
          <a:p>
            <a:pPr algn="ctr"/>
            <a:r>
              <a:rPr lang="de-DE" altLang="de-DE" sz="1200">
                <a:latin typeface="Times" pitchFamily="2" charset="0"/>
              </a:rPr>
              <a:t>Tel. Nr.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Verantwortl.</a:t>
            </a:r>
          </a:p>
        </p:txBody>
      </p:sp>
      <p:sp>
        <p:nvSpPr>
          <p:cNvPr id="14344" name="Rectangle 9">
            <a:extLst>
              <a:ext uri="{FF2B5EF4-FFF2-40B4-BE49-F238E27FC236}">
                <a16:creationId xmlns:a16="http://schemas.microsoft.com/office/drawing/2014/main" id="{49DE1E13-7A99-1C49-94B1-FCF7369B0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0" y="408791"/>
            <a:ext cx="685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>
                <a:latin typeface="Times" pitchFamily="2" charset="0"/>
              </a:rPr>
              <a:t>Offizieller</a:t>
            </a:r>
          </a:p>
          <a:p>
            <a:pPr algn="ctr"/>
            <a:endParaRPr lang="de-DE" altLang="de-DE" sz="1200">
              <a:latin typeface="Times" pitchFamily="2" charset="0"/>
            </a:endParaRPr>
          </a:p>
          <a:p>
            <a:pPr algn="ctr"/>
            <a:r>
              <a:rPr lang="de-DE" altLang="de-DE" sz="1200">
                <a:latin typeface="Times" pitchFamily="2" charset="0"/>
              </a:rPr>
              <a:t>Name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Tel.Nr.</a:t>
            </a:r>
          </a:p>
        </p:txBody>
      </p:sp>
      <p:sp>
        <p:nvSpPr>
          <p:cNvPr id="14345" name="Rectangle 10">
            <a:extLst>
              <a:ext uri="{FF2B5EF4-FFF2-40B4-BE49-F238E27FC236}">
                <a16:creationId xmlns:a16="http://schemas.microsoft.com/office/drawing/2014/main" id="{4FBF1048-8B0A-4D4E-B2A6-F6E058BF0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5676900"/>
            <a:ext cx="685800" cy="93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>
                <a:latin typeface="Times" pitchFamily="2" charset="0"/>
              </a:rPr>
              <a:t>Kind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Name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Vorname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Geb.Datum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Adresse</a:t>
            </a:r>
          </a:p>
        </p:txBody>
      </p:sp>
      <p:sp>
        <p:nvSpPr>
          <p:cNvPr id="14347" name="Rectangle 12">
            <a:extLst>
              <a:ext uri="{FF2B5EF4-FFF2-40B4-BE49-F238E27FC236}">
                <a16:creationId xmlns:a16="http://schemas.microsoft.com/office/drawing/2014/main" id="{E7FC4935-653E-F94D-9577-3DDA5B14F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492" y="5686425"/>
            <a:ext cx="685800" cy="93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 dirty="0">
                <a:latin typeface="Times" pitchFamily="2" charset="0"/>
              </a:rPr>
              <a:t>Verein</a:t>
            </a:r>
          </a:p>
          <a:p>
            <a:pPr algn="ctr"/>
            <a:endParaRPr lang="de-DE" altLang="de-DE" sz="1200" dirty="0">
              <a:latin typeface="Times" pitchFamily="2" charset="0"/>
            </a:endParaRPr>
          </a:p>
          <a:p>
            <a:pPr algn="ctr"/>
            <a:r>
              <a:rPr lang="de-DE" altLang="de-DE" sz="1200" dirty="0">
                <a:latin typeface="Times" pitchFamily="2" charset="0"/>
              </a:rPr>
              <a:t>Name</a:t>
            </a:r>
          </a:p>
          <a:p>
            <a:pPr algn="ctr"/>
            <a:r>
              <a:rPr lang="de-DE" altLang="de-DE" sz="1200" dirty="0">
                <a:latin typeface="Times" pitchFamily="2" charset="0"/>
              </a:rPr>
              <a:t>Ort</a:t>
            </a:r>
          </a:p>
        </p:txBody>
      </p:sp>
      <p:sp>
        <p:nvSpPr>
          <p:cNvPr id="14348" name="Rectangle 13">
            <a:extLst>
              <a:ext uri="{FF2B5EF4-FFF2-40B4-BE49-F238E27FC236}">
                <a16:creationId xmlns:a16="http://schemas.microsoft.com/office/drawing/2014/main" id="{EBF2FE0F-A013-754C-ADF4-3A27F03CB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2324100"/>
            <a:ext cx="800100" cy="93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>
                <a:latin typeface="Times" pitchFamily="2" charset="0"/>
              </a:rPr>
              <a:t>Figur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Bezeichnung.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Schwierig-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keitsfaktor</a:t>
            </a:r>
          </a:p>
        </p:txBody>
      </p:sp>
      <p:sp>
        <p:nvSpPr>
          <p:cNvPr id="14349" name="Rectangle 14">
            <a:extLst>
              <a:ext uri="{FF2B5EF4-FFF2-40B4-BE49-F238E27FC236}">
                <a16:creationId xmlns:a16="http://schemas.microsoft.com/office/drawing/2014/main" id="{B0EC0B3A-92F9-2448-96FD-863FAF3F9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2616200"/>
            <a:ext cx="6477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>
                <a:latin typeface="Times" pitchFamily="2" charset="0"/>
              </a:rPr>
              <a:t>Start</a:t>
            </a:r>
          </a:p>
          <a:p>
            <a:pPr algn="ctr"/>
            <a:r>
              <a:rPr lang="de-DE" altLang="de-DE" sz="1200">
                <a:latin typeface="Times" pitchFamily="2" charset="0"/>
              </a:rPr>
              <a:t>(Versuch)</a:t>
            </a:r>
          </a:p>
          <a:p>
            <a:pPr algn="ctr"/>
            <a:endParaRPr lang="de-DE" altLang="de-DE" sz="1200">
              <a:latin typeface="Times" pitchFamily="2" charset="0"/>
            </a:endParaRPr>
          </a:p>
          <a:p>
            <a:pPr algn="ctr"/>
            <a:r>
              <a:rPr lang="de-DE" altLang="de-DE" sz="1200">
                <a:latin typeface="Times" pitchFamily="2" charset="0"/>
              </a:rPr>
              <a:t>Endpunkte</a:t>
            </a:r>
          </a:p>
        </p:txBody>
      </p:sp>
      <p:cxnSp>
        <p:nvCxnSpPr>
          <p:cNvPr id="14351" name="AutoShape 16">
            <a:extLst>
              <a:ext uri="{FF2B5EF4-FFF2-40B4-BE49-F238E27FC236}">
                <a16:creationId xmlns:a16="http://schemas.microsoft.com/office/drawing/2014/main" id="{73C2CA60-F8F0-744C-AE3A-274D6BC6128E}"/>
              </a:ext>
            </a:extLst>
          </p:cNvPr>
          <p:cNvCxnSpPr>
            <a:cxnSpLocks noChangeShapeType="1"/>
            <a:stCxn id="14423" idx="2"/>
            <a:endCxn id="14338" idx="0"/>
          </p:cNvCxnSpPr>
          <p:nvPr/>
        </p:nvCxnSpPr>
        <p:spPr bwMode="auto">
          <a:xfrm flipH="1">
            <a:off x="400050" y="1049338"/>
            <a:ext cx="123825" cy="385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2" name="AutoShape 17">
            <a:extLst>
              <a:ext uri="{FF2B5EF4-FFF2-40B4-BE49-F238E27FC236}">
                <a16:creationId xmlns:a16="http://schemas.microsoft.com/office/drawing/2014/main" id="{C9635A72-50E1-E94D-9B76-45AEA1727DF9}"/>
              </a:ext>
            </a:extLst>
          </p:cNvPr>
          <p:cNvCxnSpPr>
            <a:cxnSpLocks noChangeShapeType="1"/>
            <a:stCxn id="14338" idx="2"/>
            <a:endCxn id="14345" idx="0"/>
          </p:cNvCxnSpPr>
          <p:nvPr/>
        </p:nvCxnSpPr>
        <p:spPr bwMode="auto">
          <a:xfrm>
            <a:off x="400050" y="2197100"/>
            <a:ext cx="1670050" cy="3479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4" name="AutoShape 19">
            <a:extLst>
              <a:ext uri="{FF2B5EF4-FFF2-40B4-BE49-F238E27FC236}">
                <a16:creationId xmlns:a16="http://schemas.microsoft.com/office/drawing/2014/main" id="{1CF3F652-39B1-AC48-9F19-77A0BB9AE204}"/>
              </a:ext>
            </a:extLst>
          </p:cNvPr>
          <p:cNvCxnSpPr>
            <a:cxnSpLocks noChangeShapeType="1"/>
            <a:endCxn id="14345" idx="3"/>
          </p:cNvCxnSpPr>
          <p:nvPr/>
        </p:nvCxnSpPr>
        <p:spPr bwMode="auto">
          <a:xfrm flipH="1">
            <a:off x="2413000" y="6134100"/>
            <a:ext cx="1206500" cy="12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5" name="AutoShape 20">
            <a:extLst>
              <a:ext uri="{FF2B5EF4-FFF2-40B4-BE49-F238E27FC236}">
                <a16:creationId xmlns:a16="http://schemas.microsoft.com/office/drawing/2014/main" id="{A5D7F781-BF0D-E943-A2D1-ABCD6743959C}"/>
              </a:ext>
            </a:extLst>
          </p:cNvPr>
          <p:cNvCxnSpPr>
            <a:cxnSpLocks noChangeShapeType="1"/>
            <a:stCxn id="14338" idx="3"/>
            <a:endCxn id="14348" idx="1"/>
          </p:cNvCxnSpPr>
          <p:nvPr/>
        </p:nvCxnSpPr>
        <p:spPr bwMode="auto">
          <a:xfrm>
            <a:off x="723900" y="1816100"/>
            <a:ext cx="1879600" cy="977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6" name="AutoShape 21">
            <a:extLst>
              <a:ext uri="{FF2B5EF4-FFF2-40B4-BE49-F238E27FC236}">
                <a16:creationId xmlns:a16="http://schemas.microsoft.com/office/drawing/2014/main" id="{2230DC5B-9AAB-6249-B727-B66DBDA4BFF0}"/>
              </a:ext>
            </a:extLst>
          </p:cNvPr>
          <p:cNvCxnSpPr>
            <a:cxnSpLocks noChangeShapeType="1"/>
            <a:stCxn id="14339" idx="0"/>
            <a:endCxn id="14340" idx="2"/>
          </p:cNvCxnSpPr>
          <p:nvPr/>
        </p:nvCxnSpPr>
        <p:spPr bwMode="auto">
          <a:xfrm flipV="1">
            <a:off x="4222750" y="1003300"/>
            <a:ext cx="127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7" name="AutoShape 22">
            <a:extLst>
              <a:ext uri="{FF2B5EF4-FFF2-40B4-BE49-F238E27FC236}">
                <a16:creationId xmlns:a16="http://schemas.microsoft.com/office/drawing/2014/main" id="{D2438171-38C5-FA41-AB3A-C80E352D92EF}"/>
              </a:ext>
            </a:extLst>
          </p:cNvPr>
          <p:cNvCxnSpPr>
            <a:cxnSpLocks noChangeShapeType="1"/>
            <a:stCxn id="14383" idx="3"/>
            <a:endCxn id="14339" idx="1"/>
          </p:cNvCxnSpPr>
          <p:nvPr/>
        </p:nvCxnSpPr>
        <p:spPr bwMode="auto">
          <a:xfrm>
            <a:off x="869950" y="1733550"/>
            <a:ext cx="3028950" cy="107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8" name="AutoShape 23">
            <a:extLst>
              <a:ext uri="{FF2B5EF4-FFF2-40B4-BE49-F238E27FC236}">
                <a16:creationId xmlns:a16="http://schemas.microsoft.com/office/drawing/2014/main" id="{F737A232-6C07-6045-B3A8-08131ABC3783}"/>
              </a:ext>
            </a:extLst>
          </p:cNvPr>
          <p:cNvCxnSpPr>
            <a:cxnSpLocks noChangeShapeType="1"/>
            <a:stCxn id="14384" idx="3"/>
            <a:endCxn id="14349" idx="1"/>
          </p:cNvCxnSpPr>
          <p:nvPr/>
        </p:nvCxnSpPr>
        <p:spPr bwMode="auto">
          <a:xfrm>
            <a:off x="4675188" y="1911350"/>
            <a:ext cx="989012" cy="1085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9" name="AutoShape 24">
            <a:extLst>
              <a:ext uri="{FF2B5EF4-FFF2-40B4-BE49-F238E27FC236}">
                <a16:creationId xmlns:a16="http://schemas.microsoft.com/office/drawing/2014/main" id="{2FC8217A-0B8F-F24B-8CA6-FA8CD384B336}"/>
              </a:ext>
            </a:extLst>
          </p:cNvPr>
          <p:cNvCxnSpPr>
            <a:cxnSpLocks noChangeShapeType="1"/>
            <a:stCxn id="14349" idx="3"/>
            <a:endCxn id="14344" idx="2"/>
          </p:cNvCxnSpPr>
          <p:nvPr/>
        </p:nvCxnSpPr>
        <p:spPr bwMode="auto">
          <a:xfrm flipV="1">
            <a:off x="6311900" y="1170791"/>
            <a:ext cx="1244600" cy="182640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0" name="AutoShape 25">
            <a:extLst>
              <a:ext uri="{FF2B5EF4-FFF2-40B4-BE49-F238E27FC236}">
                <a16:creationId xmlns:a16="http://schemas.microsoft.com/office/drawing/2014/main" id="{88E12FE1-07C2-6643-ADB3-05A99EBD07A8}"/>
              </a:ext>
            </a:extLst>
          </p:cNvPr>
          <p:cNvCxnSpPr>
            <a:cxnSpLocks noChangeShapeType="1"/>
            <a:endCxn id="14349" idx="2"/>
          </p:cNvCxnSpPr>
          <p:nvPr/>
        </p:nvCxnSpPr>
        <p:spPr bwMode="auto">
          <a:xfrm flipV="1">
            <a:off x="2387600" y="3378200"/>
            <a:ext cx="3600450" cy="2308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3" name="AutoShape 28">
            <a:extLst>
              <a:ext uri="{FF2B5EF4-FFF2-40B4-BE49-F238E27FC236}">
                <a16:creationId xmlns:a16="http://schemas.microsoft.com/office/drawing/2014/main" id="{1B5DE19B-9DD8-E84F-BFED-D1DE7BE35DD3}"/>
              </a:ext>
            </a:extLst>
          </p:cNvPr>
          <p:cNvCxnSpPr>
            <a:cxnSpLocks noChangeShapeType="1"/>
            <a:stCxn id="14339" idx="2"/>
            <a:endCxn id="14348" idx="3"/>
          </p:cNvCxnSpPr>
          <p:nvPr/>
        </p:nvCxnSpPr>
        <p:spPr bwMode="auto">
          <a:xfrm flipH="1">
            <a:off x="3403600" y="2222500"/>
            <a:ext cx="819150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4" name="AutoShape 29">
            <a:extLst>
              <a:ext uri="{FF2B5EF4-FFF2-40B4-BE49-F238E27FC236}">
                <a16:creationId xmlns:a16="http://schemas.microsoft.com/office/drawing/2014/main" id="{1D86678C-117C-114E-8FE0-4F2D4B7E7ECA}"/>
              </a:ext>
            </a:extLst>
          </p:cNvPr>
          <p:cNvCxnSpPr>
            <a:cxnSpLocks noChangeShapeType="1"/>
            <a:endCxn id="14340" idx="3"/>
          </p:cNvCxnSpPr>
          <p:nvPr/>
        </p:nvCxnSpPr>
        <p:spPr bwMode="auto">
          <a:xfrm flipH="1" flipV="1">
            <a:off x="4559300" y="622300"/>
            <a:ext cx="2654300" cy="50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5" name="AutoShape 30">
            <a:extLst>
              <a:ext uri="{FF2B5EF4-FFF2-40B4-BE49-F238E27FC236}">
                <a16:creationId xmlns:a16="http://schemas.microsoft.com/office/drawing/2014/main" id="{2DA953CB-CC29-7849-9EC3-2DC506794740}"/>
              </a:ext>
            </a:extLst>
          </p:cNvPr>
          <p:cNvCxnSpPr>
            <a:cxnSpLocks noChangeShapeType="1"/>
            <a:stCxn id="14344" idx="1"/>
          </p:cNvCxnSpPr>
          <p:nvPr/>
        </p:nvCxnSpPr>
        <p:spPr bwMode="auto">
          <a:xfrm flipH="1">
            <a:off x="4552950" y="789791"/>
            <a:ext cx="2660650" cy="84850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4368" name="Group 33">
            <a:extLst>
              <a:ext uri="{FF2B5EF4-FFF2-40B4-BE49-F238E27FC236}">
                <a16:creationId xmlns:a16="http://schemas.microsoft.com/office/drawing/2014/main" id="{8B4BF882-3529-3444-A483-C56E9E6651D8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3175000"/>
            <a:ext cx="876300" cy="952500"/>
            <a:chOff x="4264" y="2904"/>
            <a:chExt cx="552" cy="600"/>
          </a:xfrm>
          <a:noFill/>
        </p:grpSpPr>
        <p:sp>
          <p:nvSpPr>
            <p:cNvPr id="394274" name="Rectangle 34">
              <a:extLst>
                <a:ext uri="{FF2B5EF4-FFF2-40B4-BE49-F238E27FC236}">
                  <a16:creationId xmlns:a16="http://schemas.microsoft.com/office/drawing/2014/main" id="{28F4704D-9A5E-504F-AE54-013AF8822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2904"/>
              <a:ext cx="544" cy="6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de-DE" sz="1200" dirty="0">
                  <a:latin typeface="Times" charset="0"/>
                  <a:ea typeface="ＭＳ Ｐゴシック" charset="0"/>
                </a:rPr>
                <a:t>Anmeldung</a:t>
              </a:r>
            </a:p>
            <a:p>
              <a:pPr algn="ctr">
                <a:defRPr/>
              </a:pPr>
              <a:r>
                <a:rPr lang="de-DE" sz="1200" dirty="0" err="1">
                  <a:latin typeface="Times" charset="0"/>
                  <a:ea typeface="ＭＳ Ｐゴシック" charset="0"/>
                </a:rPr>
                <a:t>Startnr</a:t>
              </a:r>
              <a:r>
                <a:rPr lang="de-DE" sz="1200" dirty="0">
                  <a:latin typeface="Times" charset="0"/>
                  <a:ea typeface="ＭＳ Ｐゴシック" charset="0"/>
                </a:rPr>
                <a:t>.</a:t>
              </a:r>
            </a:p>
            <a:p>
              <a:pPr algn="ctr">
                <a:defRPr/>
              </a:pPr>
              <a:r>
                <a:rPr lang="de-DE" sz="1200" dirty="0">
                  <a:latin typeface="Times" charset="0"/>
                  <a:ea typeface="ＭＳ Ｐゴシック" charset="0"/>
                </a:rPr>
                <a:t>vorläufig?</a:t>
              </a:r>
            </a:p>
            <a:p>
              <a:pPr algn="ctr">
                <a:defRPr/>
              </a:pPr>
              <a:r>
                <a:rPr lang="de-DE" sz="1200" dirty="0" err="1">
                  <a:latin typeface="Times" charset="0"/>
                  <a:ea typeface="ＭＳ Ｐゴシック" charset="0"/>
                </a:rPr>
                <a:t>AnmeldeZeit</a:t>
              </a:r>
              <a:endParaRPr lang="de-DE" sz="1200" dirty="0">
                <a:latin typeface="Times" charset="0"/>
                <a:ea typeface="ＭＳ Ｐゴシック" charset="0"/>
              </a:endParaRPr>
            </a:p>
          </p:txBody>
        </p:sp>
        <p:sp>
          <p:nvSpPr>
            <p:cNvPr id="394275" name="Line 35">
              <a:extLst>
                <a:ext uri="{FF2B5EF4-FFF2-40B4-BE49-F238E27FC236}">
                  <a16:creationId xmlns:a16="http://schemas.microsoft.com/office/drawing/2014/main" id="{DB0BAC09-D39E-3045-BE46-AA081A013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3096"/>
              <a:ext cx="55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de-DE">
                <a:latin typeface="Times New Roman" charset="0"/>
                <a:ea typeface="ＭＳ Ｐゴシック" charset="0"/>
              </a:endParaRPr>
            </a:p>
          </p:txBody>
        </p:sp>
      </p:grpSp>
      <p:cxnSp>
        <p:nvCxnSpPr>
          <p:cNvPr id="14369" name="AutoShape 36">
            <a:extLst>
              <a:ext uri="{FF2B5EF4-FFF2-40B4-BE49-F238E27FC236}">
                <a16:creationId xmlns:a16="http://schemas.microsoft.com/office/drawing/2014/main" id="{21E211F5-2824-774B-91CD-2493044B4EF5}"/>
              </a:ext>
            </a:extLst>
          </p:cNvPr>
          <p:cNvCxnSpPr>
            <a:cxnSpLocks noChangeShapeType="1"/>
            <a:endCxn id="14348" idx="2"/>
          </p:cNvCxnSpPr>
          <p:nvPr/>
        </p:nvCxnSpPr>
        <p:spPr bwMode="auto">
          <a:xfrm flipV="1">
            <a:off x="2349500" y="3263900"/>
            <a:ext cx="654050" cy="387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70" name="AutoShape 37">
            <a:extLst>
              <a:ext uri="{FF2B5EF4-FFF2-40B4-BE49-F238E27FC236}">
                <a16:creationId xmlns:a16="http://schemas.microsoft.com/office/drawing/2014/main" id="{6F8F66EA-57C8-6D47-A061-D13E0CF5753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55700" y="3651250"/>
            <a:ext cx="330200" cy="18415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72" name="Line 39">
            <a:extLst>
              <a:ext uri="{FF2B5EF4-FFF2-40B4-BE49-F238E27FC236}">
                <a16:creationId xmlns:a16="http://schemas.microsoft.com/office/drawing/2014/main" id="{EBC3368B-DC60-4D48-81A6-F76CF7081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1638300"/>
            <a:ext cx="58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373" name="Line 40">
            <a:extLst>
              <a:ext uri="{FF2B5EF4-FFF2-40B4-BE49-F238E27FC236}">
                <a16:creationId xmlns:a16="http://schemas.microsoft.com/office/drawing/2014/main" id="{8CD4E624-1D38-944D-BBD0-9B5BB29552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" y="342900"/>
            <a:ext cx="58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374" name="Line 41">
            <a:extLst>
              <a:ext uri="{FF2B5EF4-FFF2-40B4-BE49-F238E27FC236}">
                <a16:creationId xmlns:a16="http://schemas.microsoft.com/office/drawing/2014/main" id="{ECB79FB5-5365-5147-BBD3-E8C91B4C7F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2913" y="439738"/>
            <a:ext cx="920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375" name="Line 42">
            <a:extLst>
              <a:ext uri="{FF2B5EF4-FFF2-40B4-BE49-F238E27FC236}">
                <a16:creationId xmlns:a16="http://schemas.microsoft.com/office/drawing/2014/main" id="{7AD5DEE0-9F22-4D4C-9AB5-75AFC2A20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2550" y="520700"/>
            <a:ext cx="6731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376" name="Line 43">
            <a:extLst>
              <a:ext uri="{FF2B5EF4-FFF2-40B4-BE49-F238E27FC236}">
                <a16:creationId xmlns:a16="http://schemas.microsoft.com/office/drawing/2014/main" id="{CB3675C1-A23D-8D4A-AF93-4DADB0A529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695450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378" name="Line 45">
            <a:extLst>
              <a:ext uri="{FF2B5EF4-FFF2-40B4-BE49-F238E27FC236}">
                <a16:creationId xmlns:a16="http://schemas.microsoft.com/office/drawing/2014/main" id="{A9980840-C897-B047-BF82-86F9D55F34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2606484"/>
            <a:ext cx="7937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380" name="Line 47">
            <a:extLst>
              <a:ext uri="{FF2B5EF4-FFF2-40B4-BE49-F238E27FC236}">
                <a16:creationId xmlns:a16="http://schemas.microsoft.com/office/drawing/2014/main" id="{F6026A71-39BE-224D-A83F-BA397D596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1302" y="6076568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382" name="AutoShape 49">
            <a:extLst>
              <a:ext uri="{FF2B5EF4-FFF2-40B4-BE49-F238E27FC236}">
                <a16:creationId xmlns:a16="http://schemas.microsoft.com/office/drawing/2014/main" id="{3CCA8190-69A1-0347-9E57-E5FC09811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50" y="6069025"/>
            <a:ext cx="165100" cy="114300"/>
          </a:xfrm>
          <a:prstGeom prst="diamond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14383" name="AutoShape 50">
            <a:extLst>
              <a:ext uri="{FF2B5EF4-FFF2-40B4-BE49-F238E27FC236}">
                <a16:creationId xmlns:a16="http://schemas.microsoft.com/office/drawing/2014/main" id="{2979C0A3-315E-4044-8BD2-0AED92845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1676400"/>
            <a:ext cx="165100" cy="114300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14384" name="AutoShape 51">
            <a:extLst>
              <a:ext uri="{FF2B5EF4-FFF2-40B4-BE49-F238E27FC236}">
                <a16:creationId xmlns:a16="http://schemas.microsoft.com/office/drawing/2014/main" id="{833D8767-B979-4345-9C8A-33F5B4422C35}"/>
              </a:ext>
            </a:extLst>
          </p:cNvPr>
          <p:cNvSpPr>
            <a:spLocks noChangeArrowheads="1"/>
          </p:cNvSpPr>
          <p:nvPr/>
        </p:nvSpPr>
        <p:spPr bwMode="auto">
          <a:xfrm rot="2675764">
            <a:off x="4533900" y="1797050"/>
            <a:ext cx="165100" cy="114300"/>
          </a:xfrm>
          <a:prstGeom prst="diamond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14388" name="Text Box 55">
            <a:extLst>
              <a:ext uri="{FF2B5EF4-FFF2-40B4-BE49-F238E27FC236}">
                <a16:creationId xmlns:a16="http://schemas.microsoft.com/office/drawing/2014/main" id="{772C265D-6BA4-B949-9CB3-225B7FD00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4488" y="1204913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 </a:t>
            </a:r>
          </a:p>
        </p:txBody>
      </p:sp>
      <p:sp>
        <p:nvSpPr>
          <p:cNvPr id="14389" name="Text Box 56">
            <a:extLst>
              <a:ext uri="{FF2B5EF4-FFF2-40B4-BE49-F238E27FC236}">
                <a16:creationId xmlns:a16="http://schemas.microsoft.com/office/drawing/2014/main" id="{94010450-F0B0-8C4B-8FE3-73C7B2020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535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</a:t>
            </a:r>
          </a:p>
        </p:txBody>
      </p:sp>
      <p:sp>
        <p:nvSpPr>
          <p:cNvPr id="14392" name="Text Box 59">
            <a:extLst>
              <a:ext uri="{FF2B5EF4-FFF2-40B4-BE49-F238E27FC236}">
                <a16:creationId xmlns:a16="http://schemas.microsoft.com/office/drawing/2014/main" id="{BDBE133C-D3A5-6845-B58B-58B07332D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61007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</a:t>
            </a:r>
          </a:p>
        </p:txBody>
      </p:sp>
      <p:sp>
        <p:nvSpPr>
          <p:cNvPr id="14393" name="Text Box 60">
            <a:extLst>
              <a:ext uri="{FF2B5EF4-FFF2-40B4-BE49-F238E27FC236}">
                <a16:creationId xmlns:a16="http://schemas.microsoft.com/office/drawing/2014/main" id="{9672D0B6-EB7E-2341-B8DC-DD03454E1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4483100"/>
            <a:ext cx="903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366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DE1E55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z="1200">
                <a:latin typeface="Times" pitchFamily="2" charset="0"/>
              </a:rPr>
              <a:t>Vorführung</a:t>
            </a:r>
          </a:p>
        </p:txBody>
      </p:sp>
      <p:sp>
        <p:nvSpPr>
          <p:cNvPr id="14394" name="Text Box 61">
            <a:extLst>
              <a:ext uri="{FF2B5EF4-FFF2-40B4-BE49-F238E27FC236}">
                <a16:creationId xmlns:a16="http://schemas.microsoft.com/office/drawing/2014/main" id="{B15F6EE1-BFE3-C240-90B8-5EB4916FB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22320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</a:t>
            </a:r>
          </a:p>
        </p:txBody>
      </p:sp>
      <p:sp>
        <p:nvSpPr>
          <p:cNvPr id="14397" name="Text Box 64">
            <a:extLst>
              <a:ext uri="{FF2B5EF4-FFF2-40B4-BE49-F238E27FC236}">
                <a16:creationId xmlns:a16="http://schemas.microsoft.com/office/drawing/2014/main" id="{FBDD180B-7911-9149-9A8F-B0CCB2E3F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3165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</a:t>
            </a:r>
          </a:p>
        </p:txBody>
      </p:sp>
      <p:sp>
        <p:nvSpPr>
          <p:cNvPr id="14399" name="Text Box 66">
            <a:extLst>
              <a:ext uri="{FF2B5EF4-FFF2-40B4-BE49-F238E27FC236}">
                <a16:creationId xmlns:a16="http://schemas.microsoft.com/office/drawing/2014/main" id="{BF18F938-05A4-B347-8D3B-932D20DE6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33797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</a:t>
            </a:r>
          </a:p>
        </p:txBody>
      </p:sp>
      <p:sp>
        <p:nvSpPr>
          <p:cNvPr id="14400" name="Text Box 67">
            <a:extLst>
              <a:ext uri="{FF2B5EF4-FFF2-40B4-BE49-F238E27FC236}">
                <a16:creationId xmlns:a16="http://schemas.microsoft.com/office/drawing/2014/main" id="{ECCDAD6D-7ECC-6741-9CFC-802A2A2A7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2409825"/>
            <a:ext cx="700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>
                <a:latin typeface="Times" pitchFamily="2" charset="0"/>
              </a:rPr>
              <a:t>geplante</a:t>
            </a:r>
          </a:p>
          <a:p>
            <a:r>
              <a:rPr lang="de-DE" altLang="de-DE" sz="1200">
                <a:latin typeface="Times" pitchFamily="2" charset="0"/>
              </a:rPr>
              <a:t>Figur</a:t>
            </a:r>
          </a:p>
        </p:txBody>
      </p:sp>
      <p:sp>
        <p:nvSpPr>
          <p:cNvPr id="14401" name="Text Box 68">
            <a:extLst>
              <a:ext uri="{FF2B5EF4-FFF2-40B4-BE49-F238E27FC236}">
                <a16:creationId xmlns:a16="http://schemas.microsoft.com/office/drawing/2014/main" id="{EB41429B-74C0-864A-AC4A-85D0548D9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2657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</a:t>
            </a:r>
          </a:p>
        </p:txBody>
      </p:sp>
      <p:sp>
        <p:nvSpPr>
          <p:cNvPr id="14402" name="Text Box 69">
            <a:extLst>
              <a:ext uri="{FF2B5EF4-FFF2-40B4-BE49-F238E27FC236}">
                <a16:creationId xmlns:a16="http://schemas.microsoft.com/office/drawing/2014/main" id="{DE7F1890-29EF-9549-B849-DE41CE5E2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185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</a:t>
            </a:r>
          </a:p>
        </p:txBody>
      </p:sp>
      <p:sp>
        <p:nvSpPr>
          <p:cNvPr id="14406" name="Text Box 73">
            <a:extLst>
              <a:ext uri="{FF2B5EF4-FFF2-40B4-BE49-F238E27FC236}">
                <a16:creationId xmlns:a16="http://schemas.microsoft.com/office/drawing/2014/main" id="{BE3F9454-0921-A84D-9C18-4A5702D0C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3950" y="5333207"/>
            <a:ext cx="2349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 dirty="0">
                <a:latin typeface="Times" pitchFamily="2" charset="0"/>
              </a:rPr>
              <a:t>1</a:t>
            </a:r>
            <a:endParaRPr lang="de-DE" altLang="de-DE" dirty="0">
              <a:latin typeface="Times" pitchFamily="2" charset="0"/>
            </a:endParaRPr>
          </a:p>
        </p:txBody>
      </p:sp>
      <p:sp>
        <p:nvSpPr>
          <p:cNvPr id="14407" name="Text Box 74">
            <a:extLst>
              <a:ext uri="{FF2B5EF4-FFF2-40B4-BE49-F238E27FC236}">
                <a16:creationId xmlns:a16="http://schemas.microsoft.com/office/drawing/2014/main" id="{B44EFAA7-CA30-9546-B533-38BA4A6B7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513" y="33686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</a:t>
            </a:r>
          </a:p>
        </p:txBody>
      </p:sp>
      <p:sp>
        <p:nvSpPr>
          <p:cNvPr id="14408" name="Text Box 75">
            <a:extLst>
              <a:ext uri="{FF2B5EF4-FFF2-40B4-BE49-F238E27FC236}">
                <a16:creationId xmlns:a16="http://schemas.microsoft.com/office/drawing/2014/main" id="{9A44030F-CBCD-964C-A31C-333510C43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27479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</a:t>
            </a:r>
          </a:p>
        </p:txBody>
      </p:sp>
      <p:sp>
        <p:nvSpPr>
          <p:cNvPr id="14409" name="Text Box 76">
            <a:extLst>
              <a:ext uri="{FF2B5EF4-FFF2-40B4-BE49-F238E27FC236}">
                <a16:creationId xmlns:a16="http://schemas.microsoft.com/office/drawing/2014/main" id="{30E8FDD6-B748-544B-857D-231E17A04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1214438"/>
            <a:ext cx="105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>
                <a:latin typeface="Times" pitchFamily="2" charset="0"/>
              </a:rPr>
              <a:t>Kampfrichter-</a:t>
            </a:r>
          </a:p>
          <a:p>
            <a:r>
              <a:rPr lang="de-DE" altLang="de-DE" sz="1200">
                <a:latin typeface="Times" pitchFamily="2" charset="0"/>
              </a:rPr>
              <a:t>einsatz</a:t>
            </a:r>
          </a:p>
        </p:txBody>
      </p:sp>
      <p:sp>
        <p:nvSpPr>
          <p:cNvPr id="14410" name="Text Box 77">
            <a:extLst>
              <a:ext uri="{FF2B5EF4-FFF2-40B4-BE49-F238E27FC236}">
                <a16:creationId xmlns:a16="http://schemas.microsoft.com/office/drawing/2014/main" id="{7F45736B-F81A-534F-A9E9-37D1BFB0D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673100"/>
            <a:ext cx="1157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>
                <a:latin typeface="Times" pitchFamily="2" charset="0"/>
              </a:rPr>
              <a:t>Stationsaufsicht</a:t>
            </a:r>
          </a:p>
        </p:txBody>
      </p:sp>
      <p:sp>
        <p:nvSpPr>
          <p:cNvPr id="14411" name="Text Box 78">
            <a:extLst>
              <a:ext uri="{FF2B5EF4-FFF2-40B4-BE49-F238E27FC236}">
                <a16:creationId xmlns:a16="http://schemas.microsoft.com/office/drawing/2014/main" id="{B94DA7F7-AD2D-C142-8DB1-7B24CA0B0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713" y="954088"/>
            <a:ext cx="260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>
                <a:latin typeface="Times" pitchFamily="2" charset="0"/>
              </a:rPr>
              <a:t>1</a:t>
            </a:r>
            <a:endParaRPr lang="de-DE" altLang="de-DE">
              <a:latin typeface="Times" pitchFamily="2" charset="0"/>
            </a:endParaRPr>
          </a:p>
        </p:txBody>
      </p:sp>
      <p:sp>
        <p:nvSpPr>
          <p:cNvPr id="14413" name="Text Box 80">
            <a:extLst>
              <a:ext uri="{FF2B5EF4-FFF2-40B4-BE49-F238E27FC236}">
                <a16:creationId xmlns:a16="http://schemas.microsoft.com/office/drawing/2014/main" id="{21C2FE85-E32B-8C4A-96B9-B2A27B354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513" y="1590675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 </a:t>
            </a:r>
          </a:p>
        </p:txBody>
      </p:sp>
      <p:sp>
        <p:nvSpPr>
          <p:cNvPr id="14414" name="Text Box 81">
            <a:extLst>
              <a:ext uri="{FF2B5EF4-FFF2-40B4-BE49-F238E27FC236}">
                <a16:creationId xmlns:a16="http://schemas.microsoft.com/office/drawing/2014/main" id="{FE95B0CA-57D2-9640-A4DA-35D5567BC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0238" y="1092200"/>
            <a:ext cx="1123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>
                <a:latin typeface="Times" pitchFamily="2" charset="0"/>
              </a:rPr>
              <a:t>Austragungsort</a:t>
            </a:r>
          </a:p>
        </p:txBody>
      </p:sp>
      <p:sp>
        <p:nvSpPr>
          <p:cNvPr id="14415" name="Text Box 82">
            <a:extLst>
              <a:ext uri="{FF2B5EF4-FFF2-40B4-BE49-F238E27FC236}">
                <a16:creationId xmlns:a16="http://schemas.microsoft.com/office/drawing/2014/main" id="{27FEBE1C-E8CB-3945-BA7A-3EE15BA8D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2672" y="356710"/>
            <a:ext cx="3193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400" dirty="0">
                <a:latin typeface="Times" pitchFamily="2" charset="0"/>
              </a:rPr>
              <a:t>1 </a:t>
            </a:r>
          </a:p>
        </p:txBody>
      </p:sp>
      <p:sp>
        <p:nvSpPr>
          <p:cNvPr id="14416" name="Text Box 83">
            <a:extLst>
              <a:ext uri="{FF2B5EF4-FFF2-40B4-BE49-F238E27FC236}">
                <a16:creationId xmlns:a16="http://schemas.microsoft.com/office/drawing/2014/main" id="{5A7D3B13-9F46-6D4F-8373-A1EF2D924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0" y="3937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 </a:t>
            </a:r>
          </a:p>
        </p:txBody>
      </p:sp>
      <p:sp>
        <p:nvSpPr>
          <p:cNvPr id="14419" name="Text Box 86">
            <a:extLst>
              <a:ext uri="{FF2B5EF4-FFF2-40B4-BE49-F238E27FC236}">
                <a16:creationId xmlns:a16="http://schemas.microsoft.com/office/drawing/2014/main" id="{95BBFDAD-B681-164E-B28F-2211E0605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694" y="1061942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>
                <a:latin typeface="Times" pitchFamily="2" charset="0"/>
              </a:rPr>
              <a:t>3..</a:t>
            </a:r>
            <a:r>
              <a:rPr lang="de-DE" altLang="de-DE">
                <a:latin typeface="Times" pitchFamily="2" charset="0"/>
              </a:rPr>
              <a:t> </a:t>
            </a:r>
          </a:p>
        </p:txBody>
      </p:sp>
      <p:sp>
        <p:nvSpPr>
          <p:cNvPr id="14420" name="Text Box 87">
            <a:extLst>
              <a:ext uri="{FF2B5EF4-FFF2-40B4-BE49-F238E27FC236}">
                <a16:creationId xmlns:a16="http://schemas.microsoft.com/office/drawing/2014/main" id="{A39C7165-10E8-344F-91D9-8E148221D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2382" y="115243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 </a:t>
            </a:r>
          </a:p>
        </p:txBody>
      </p:sp>
      <p:sp>
        <p:nvSpPr>
          <p:cNvPr id="14421" name="Text Box 88">
            <a:extLst>
              <a:ext uri="{FF2B5EF4-FFF2-40B4-BE49-F238E27FC236}">
                <a16:creationId xmlns:a16="http://schemas.microsoft.com/office/drawing/2014/main" id="{2D6459F6-9594-B34D-8306-2FFB76A7C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3" y="27178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 </a:t>
            </a:r>
          </a:p>
        </p:txBody>
      </p:sp>
      <p:sp>
        <p:nvSpPr>
          <p:cNvPr id="14422" name="Text Box 89">
            <a:extLst>
              <a:ext uri="{FF2B5EF4-FFF2-40B4-BE49-F238E27FC236}">
                <a16:creationId xmlns:a16="http://schemas.microsoft.com/office/drawing/2014/main" id="{E4F0106F-BC05-2D40-BDC0-573D6B85A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913" y="2138363"/>
            <a:ext cx="8524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>
                <a:latin typeface="Times" pitchFamily="2" charset="0"/>
              </a:rPr>
              <a:t>Bewertung</a:t>
            </a:r>
          </a:p>
        </p:txBody>
      </p:sp>
      <p:sp>
        <p:nvSpPr>
          <p:cNvPr id="14423" name="AutoShape 90">
            <a:extLst>
              <a:ext uri="{FF2B5EF4-FFF2-40B4-BE49-F238E27FC236}">
                <a16:creationId xmlns:a16="http://schemas.microsoft.com/office/drawing/2014/main" id="{BC973CC3-0F13-0D42-8ED8-CEFA8568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935038"/>
            <a:ext cx="165100" cy="114300"/>
          </a:xfrm>
          <a:prstGeom prst="diamond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14424" name="Text Box 91">
            <a:extLst>
              <a:ext uri="{FF2B5EF4-FFF2-40B4-BE49-F238E27FC236}">
                <a16:creationId xmlns:a16="http://schemas.microsoft.com/office/drawing/2014/main" id="{1AC50FB3-BD44-1040-AE23-5600691F3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1154113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 </a:t>
            </a:r>
          </a:p>
        </p:txBody>
      </p:sp>
      <p:sp>
        <p:nvSpPr>
          <p:cNvPr id="14425" name="Text Box 92">
            <a:extLst>
              <a:ext uri="{FF2B5EF4-FFF2-40B4-BE49-F238E27FC236}">
                <a16:creationId xmlns:a16="http://schemas.microsoft.com/office/drawing/2014/main" id="{013EE2F2-B8C1-4C4F-9433-091B848A0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547595"/>
            <a:ext cx="9124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366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DE1E55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66CC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z="1200" dirty="0">
                <a:latin typeface="Times" pitchFamily="2" charset="0"/>
              </a:rPr>
              <a:t>gewünschte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z="1200" dirty="0">
                <a:latin typeface="Times" pitchFamily="2" charset="0"/>
              </a:rPr>
              <a:t>Figuren</a:t>
            </a:r>
          </a:p>
        </p:txBody>
      </p:sp>
      <p:sp>
        <p:nvSpPr>
          <p:cNvPr id="14426" name="Text Box 93">
            <a:extLst>
              <a:ext uri="{FF2B5EF4-FFF2-40B4-BE49-F238E27FC236}">
                <a16:creationId xmlns:a16="http://schemas.microsoft.com/office/drawing/2014/main" id="{933280E4-B500-064D-B62B-53006CC4C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350" y="2701925"/>
            <a:ext cx="260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>
                <a:latin typeface="Times" pitchFamily="2" charset="0"/>
              </a:rPr>
              <a:t>1</a:t>
            </a:r>
            <a:endParaRPr lang="de-DE" altLang="de-DE">
              <a:latin typeface="Times" pitchFamily="2" charset="0"/>
            </a:endParaRPr>
          </a:p>
        </p:txBody>
      </p:sp>
      <p:sp>
        <p:nvSpPr>
          <p:cNvPr id="14427" name="Text Box 94">
            <a:extLst>
              <a:ext uri="{FF2B5EF4-FFF2-40B4-BE49-F238E27FC236}">
                <a16:creationId xmlns:a16="http://schemas.microsoft.com/office/drawing/2014/main" id="{B7D7AD2F-DF23-7E45-A1B7-0D067F7A2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3771900"/>
            <a:ext cx="903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>
                <a:latin typeface="Times" pitchFamily="2" charset="0"/>
              </a:rPr>
              <a:t>Anmeldung</a:t>
            </a:r>
          </a:p>
        </p:txBody>
      </p:sp>
      <p:sp>
        <p:nvSpPr>
          <p:cNvPr id="14428" name="Text Box 95">
            <a:extLst>
              <a:ext uri="{FF2B5EF4-FFF2-40B4-BE49-F238E27FC236}">
                <a16:creationId xmlns:a16="http://schemas.microsoft.com/office/drawing/2014/main" id="{5BF5A837-E500-FA48-8D18-344AB1BBD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1350963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* </a:t>
            </a:r>
          </a:p>
        </p:txBody>
      </p:sp>
      <p:sp>
        <p:nvSpPr>
          <p:cNvPr id="14429" name="Line 96">
            <a:extLst>
              <a:ext uri="{FF2B5EF4-FFF2-40B4-BE49-F238E27FC236}">
                <a16:creationId xmlns:a16="http://schemas.microsoft.com/office/drawing/2014/main" id="{D4190ECE-E90A-3B43-BF4F-3E90651F50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3550" y="5873750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430" name="Line 97">
            <a:extLst>
              <a:ext uri="{FF2B5EF4-FFF2-40B4-BE49-F238E27FC236}">
                <a16:creationId xmlns:a16="http://schemas.microsoft.com/office/drawing/2014/main" id="{B2ECD77E-F25B-6D4F-B326-2C75EA457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673100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431" name="Line 98">
            <a:extLst>
              <a:ext uri="{FF2B5EF4-FFF2-40B4-BE49-F238E27FC236}">
                <a16:creationId xmlns:a16="http://schemas.microsoft.com/office/drawing/2014/main" id="{51B436EB-3DF9-4C42-8055-C3368030D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0" y="3035300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432" name="Text Box 99">
            <a:extLst>
              <a:ext uri="{FF2B5EF4-FFF2-40B4-BE49-F238E27FC236}">
                <a16:creationId xmlns:a16="http://schemas.microsoft.com/office/drawing/2014/main" id="{B164D766-1C46-2E46-9402-35889D064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314825"/>
            <a:ext cx="24304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>
                <a:latin typeface="Times" pitchFamily="2" charset="0"/>
              </a:rPr>
              <a:t>Domain-Entities</a:t>
            </a:r>
          </a:p>
          <a:p>
            <a:r>
              <a:rPr lang="de-DE" altLang="de-DE">
                <a:latin typeface="Times" pitchFamily="2" charset="0"/>
              </a:rPr>
              <a:t>(mit Attributen </a:t>
            </a:r>
            <a:br>
              <a:rPr lang="de-DE" altLang="de-DE">
                <a:latin typeface="Times" pitchFamily="2" charset="0"/>
              </a:rPr>
            </a:br>
            <a:r>
              <a:rPr lang="de-DE" altLang="de-DE">
                <a:latin typeface="Times" pitchFamily="2" charset="0"/>
              </a:rPr>
              <a:t>und Beziehungen)</a:t>
            </a:r>
          </a:p>
        </p:txBody>
      </p:sp>
      <p:cxnSp>
        <p:nvCxnSpPr>
          <p:cNvPr id="5" name="AutoShape 22">
            <a:extLst>
              <a:ext uri="{FF2B5EF4-FFF2-40B4-BE49-F238E27FC236}">
                <a16:creationId xmlns:a16="http://schemas.microsoft.com/office/drawing/2014/main" id="{3870D007-7C9C-C45C-9C55-78DB1EDFC41F}"/>
              </a:ext>
            </a:extLst>
          </p:cNvPr>
          <p:cNvCxnSpPr>
            <a:cxnSpLocks noChangeShapeType="1"/>
            <a:endCxn id="14341" idx="1"/>
          </p:cNvCxnSpPr>
          <p:nvPr/>
        </p:nvCxnSpPr>
        <p:spPr bwMode="auto">
          <a:xfrm flipV="1">
            <a:off x="441325" y="579438"/>
            <a:ext cx="1262063" cy="8886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12">
            <a:extLst>
              <a:ext uri="{FF2B5EF4-FFF2-40B4-BE49-F238E27FC236}">
                <a16:creationId xmlns:a16="http://schemas.microsoft.com/office/drawing/2014/main" id="{5155AD48-8B28-60E8-3F1A-898DF9C71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71" y="5453063"/>
            <a:ext cx="950913" cy="1104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de-DE" sz="1200" dirty="0">
                <a:latin typeface="Times" pitchFamily="2" charset="0"/>
              </a:rPr>
              <a:t>Versicherung</a:t>
            </a:r>
          </a:p>
          <a:p>
            <a:pPr algn="ctr"/>
            <a:endParaRPr lang="de-DE" altLang="de-DE" sz="1200" dirty="0">
              <a:latin typeface="Times" pitchFamily="2" charset="0"/>
            </a:endParaRPr>
          </a:p>
          <a:p>
            <a:pPr algn="ctr"/>
            <a:r>
              <a:rPr lang="de-DE" altLang="de-DE" sz="1200" dirty="0">
                <a:latin typeface="Times" pitchFamily="2" charset="0"/>
              </a:rPr>
              <a:t>Versicherungs-</a:t>
            </a:r>
          </a:p>
          <a:p>
            <a:pPr algn="ctr"/>
            <a:r>
              <a:rPr lang="de-DE" altLang="de-DE" sz="1200" dirty="0" err="1">
                <a:latin typeface="Times" pitchFamily="2" charset="0"/>
              </a:rPr>
              <a:t>nehmer</a:t>
            </a:r>
            <a:endParaRPr lang="de-DE" altLang="de-DE" sz="1200" dirty="0">
              <a:latin typeface="Times" pitchFamily="2" charset="0"/>
            </a:endParaRPr>
          </a:p>
          <a:p>
            <a:pPr algn="ctr"/>
            <a:r>
              <a:rPr lang="de-DE" altLang="de-DE" sz="1200" dirty="0" err="1">
                <a:latin typeface="Times" pitchFamily="2" charset="0"/>
              </a:rPr>
              <a:t>VertragsID</a:t>
            </a:r>
            <a:endParaRPr lang="de-DE" altLang="de-DE" sz="1200" dirty="0">
              <a:latin typeface="Times" pitchFamily="2" charset="0"/>
            </a:endParaRPr>
          </a:p>
          <a:p>
            <a:pPr algn="ctr"/>
            <a:endParaRPr lang="de-DE" altLang="de-DE" sz="1200" dirty="0">
              <a:latin typeface="Times" pitchFamily="2" charset="0"/>
            </a:endParaRPr>
          </a:p>
        </p:txBody>
      </p:sp>
      <p:sp>
        <p:nvSpPr>
          <p:cNvPr id="9" name="Line 47">
            <a:extLst>
              <a:ext uri="{FF2B5EF4-FFF2-40B4-BE49-F238E27FC236}">
                <a16:creationId xmlns:a16="http://schemas.microsoft.com/office/drawing/2014/main" id="{C0A5C622-8747-57A0-1D48-E55E8DE876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0682" y="5725003"/>
            <a:ext cx="947102" cy="188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1" name="AutoShape 19">
            <a:extLst>
              <a:ext uri="{FF2B5EF4-FFF2-40B4-BE49-F238E27FC236}">
                <a16:creationId xmlns:a16="http://schemas.microsoft.com/office/drawing/2014/main" id="{739C4C0A-6126-019B-C254-7E1617CBDBD9}"/>
              </a:ext>
            </a:extLst>
          </p:cNvPr>
          <p:cNvCxnSpPr>
            <a:cxnSpLocks noChangeShapeType="1"/>
            <a:stCxn id="14345" idx="1"/>
          </p:cNvCxnSpPr>
          <p:nvPr/>
        </p:nvCxnSpPr>
        <p:spPr bwMode="auto">
          <a:xfrm flipH="1" flipV="1">
            <a:off x="1060450" y="6045200"/>
            <a:ext cx="666750" cy="10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73">
            <a:extLst>
              <a:ext uri="{FF2B5EF4-FFF2-40B4-BE49-F238E27FC236}">
                <a16:creationId xmlns:a16="http://schemas.microsoft.com/office/drawing/2014/main" id="{57A621B6-211A-B29A-3FF3-0575222DA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739" y="5891213"/>
            <a:ext cx="9846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200" dirty="0">
                <a:latin typeface="Times" pitchFamily="2" charset="0"/>
              </a:rPr>
              <a:t>&lt;optional&gt;</a:t>
            </a:r>
            <a:endParaRPr lang="de-DE" altLang="de-DE" dirty="0">
              <a:latin typeface="Times" pitchFamily="2" charset="0"/>
            </a:endParaRPr>
          </a:p>
        </p:txBody>
      </p:sp>
      <p:sp>
        <p:nvSpPr>
          <p:cNvPr id="14" name="Text Box 73">
            <a:extLst>
              <a:ext uri="{FF2B5EF4-FFF2-40B4-BE49-F238E27FC236}">
                <a16:creationId xmlns:a16="http://schemas.microsoft.com/office/drawing/2014/main" id="{D09565B6-6081-8B57-2584-26E938356E88}"/>
              </a:ext>
            </a:extLst>
          </p:cNvPr>
          <p:cNvSpPr txBox="1">
            <a:spLocks noChangeArrowheads="1"/>
          </p:cNvSpPr>
          <p:nvPr/>
        </p:nvSpPr>
        <p:spPr bwMode="auto">
          <a:xfrm rot="568132">
            <a:off x="1028078" y="5827928"/>
            <a:ext cx="98467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050" dirty="0">
                <a:latin typeface="Times" pitchFamily="2" charset="0"/>
              </a:rPr>
              <a:t>&lt;optional&gt;</a:t>
            </a:r>
            <a:endParaRPr lang="de-DE" altLang="de-DE" sz="1800" dirty="0">
              <a:latin typeface="Times" pitchFamily="2" charset="0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CCF2C8DF-7191-E676-F65B-E48675927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39" y="4711700"/>
            <a:ext cx="768042" cy="312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de-DE" altLang="de-DE" sz="1200" dirty="0">
              <a:latin typeface="Times" pitchFamily="2" charset="0"/>
            </a:endParaRPr>
          </a:p>
          <a:p>
            <a:pPr algn="ctr"/>
            <a:r>
              <a:rPr lang="de-DE" altLang="de-DE" sz="1200" dirty="0">
                <a:latin typeface="Times" pitchFamily="2" charset="0"/>
              </a:rPr>
              <a:t>Verband</a:t>
            </a:r>
          </a:p>
          <a:p>
            <a:pPr algn="ctr"/>
            <a:endParaRPr lang="de-DE" altLang="de-DE" sz="1200" dirty="0">
              <a:latin typeface="Times" pitchFamily="2" charset="0"/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9E085437-4146-7388-1367-CFFED0795AED}"/>
              </a:ext>
            </a:extLst>
          </p:cNvPr>
          <p:cNvSpPr txBox="1">
            <a:spLocks noChangeArrowheads="1"/>
          </p:cNvSpPr>
          <p:nvPr/>
        </p:nvSpPr>
        <p:spPr bwMode="auto">
          <a:xfrm rot="2089573">
            <a:off x="979813" y="5295665"/>
            <a:ext cx="98467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de-DE" sz="1050" dirty="0">
                <a:latin typeface="Times" pitchFamily="2" charset="0"/>
              </a:rPr>
              <a:t>&lt;optional&gt;</a:t>
            </a:r>
            <a:endParaRPr lang="de-DE" altLang="de-DE" sz="1800" dirty="0">
              <a:latin typeface="Times" pitchFamily="2" charset="0"/>
            </a:endParaRPr>
          </a:p>
        </p:txBody>
      </p:sp>
      <p:cxnSp>
        <p:nvCxnSpPr>
          <p:cNvPr id="18" name="AutoShape 19">
            <a:extLst>
              <a:ext uri="{FF2B5EF4-FFF2-40B4-BE49-F238E27FC236}">
                <a16:creationId xmlns:a16="http://schemas.microsoft.com/office/drawing/2014/main" id="{C202B5D5-ABC0-5BD8-A5E7-88D2D77BD4D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38981" y="5037741"/>
            <a:ext cx="1018015" cy="68902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theme/theme1.xml><?xml version="1.0" encoding="utf-8"?>
<a:theme xmlns:a="http://schemas.openxmlformats.org/drawingml/2006/main" name="1_~6494660">
  <a:themeElements>
    <a:clrScheme name="1_~6494660 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1_~6494660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1_~6494660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~6494660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~6494660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~6494660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~6494660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~6494660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~6494660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</Words>
  <Application>Microsoft Macintosh PowerPoint</Application>
  <PresentationFormat>Bildschirmpräsentation (4:3)</PresentationFormat>
  <Paragraphs>87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Times</vt:lpstr>
      <vt:lpstr>Times New Roman</vt:lpstr>
      <vt:lpstr>Wingdings</vt:lpstr>
      <vt:lpstr>1_~6494660</vt:lpstr>
      <vt:lpstr>Image</vt:lpstr>
      <vt:lpstr>PowerPoint-Präsentation</vt:lpstr>
    </vt:vector>
  </TitlesOfParts>
  <Company>Dr. Peter Hruschka &amp; Dr. Gernot Starke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Dr. Peter Hruschka &amp; Dr. Gernot Starke</dc:creator>
  <cp:lastModifiedBy>Dr. Gernot Starke</cp:lastModifiedBy>
  <cp:revision>125</cp:revision>
  <cp:lastPrinted>2005-08-24T14:38:52Z</cp:lastPrinted>
  <dcterms:created xsi:type="dcterms:W3CDTF">2003-08-12T07:29:31Z</dcterms:created>
  <dcterms:modified xsi:type="dcterms:W3CDTF">2025-12-28T08:29:43Z</dcterms:modified>
</cp:coreProperties>
</file>